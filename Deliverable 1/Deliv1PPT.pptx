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Raleway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7375E1-BA05-403B-A429-F1BD11A0D9E4}">
  <a:tblStyle styleId="{0B7375E1-BA05-403B-A429-F1BD11A0D9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4.xml"/><Relationship Id="rId41" Type="http://schemas.openxmlformats.org/officeDocument/2006/relationships/font" Target="fonts/Lato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aleway-bold.fntdata"/><Relationship Id="rId12" Type="http://schemas.openxmlformats.org/officeDocument/2006/relationships/slide" Target="slides/slide6.xml"/><Relationship Id="rId34" Type="http://schemas.openxmlformats.org/officeDocument/2006/relationships/font" Target="fonts/Raleway-regular.fntdata"/><Relationship Id="rId15" Type="http://schemas.openxmlformats.org/officeDocument/2006/relationships/slide" Target="slides/slide9.xml"/><Relationship Id="rId37" Type="http://schemas.openxmlformats.org/officeDocument/2006/relationships/font" Target="fonts/Raleway-boldItalic.fntdata"/><Relationship Id="rId14" Type="http://schemas.openxmlformats.org/officeDocument/2006/relationships/slide" Target="slides/slide8.xml"/><Relationship Id="rId36" Type="http://schemas.openxmlformats.org/officeDocument/2006/relationships/font" Target="fonts/Raleway-italic.fntdata"/><Relationship Id="rId17" Type="http://schemas.openxmlformats.org/officeDocument/2006/relationships/slide" Target="slides/slide11.xml"/><Relationship Id="rId39" Type="http://schemas.openxmlformats.org/officeDocument/2006/relationships/font" Target="fonts/Lato-bold.fntdata"/><Relationship Id="rId16" Type="http://schemas.openxmlformats.org/officeDocument/2006/relationships/slide" Target="slides/slide10.xml"/><Relationship Id="rId38" Type="http://schemas.openxmlformats.org/officeDocument/2006/relationships/font" Target="fonts/Lato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351b47194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351b47194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351b47194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351b47194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351b47194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351b47194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351b47194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351b47194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404154c7a_5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404154c7a_5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404154c7a_5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404154c7a_5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4542d14e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4542d14e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4542d14e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4542d14e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4542d14e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4542d14e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4542d14e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4542d14e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4542d14e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4542d14e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404154c7a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c404154c7a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404154c7a_1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404154c7a_1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404154c7a_1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404154c7a_1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404154c7a_1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404154c7a_1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404154c7a_1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404154c7a_1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404154c7a_1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404154c7a_1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404154c7a_5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404154c7a_5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404154c7a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c404154c7a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404154c7a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c404154c7a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404154c7a_6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c404154c7a_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404154c7a_6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c404154c7a_6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404154c7a_6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c404154c7a_6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404154c7a_6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c404154c7a_6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404154c7a_5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404154c7a_5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404154c7a_5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c404154c7a_5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 1 Presentation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 Huang, Sebastian Bobos, Daniel Orejuela Liu, Georges Hawi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Google Shape;92;p14"/>
          <p:cNvGraphicFramePr/>
          <p:nvPr/>
        </p:nvGraphicFramePr>
        <p:xfrm>
          <a:off x="954300" y="158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{0B7375E1-BA05-403B-A429-F1BD11A0D9E4}</a:tableStyleId>
              </a:tblPr>
              <a:tblGrid>
                <a:gridCol w="3619500"/>
                <a:gridCol w="3619500"/>
              </a:tblGrid>
              <a:tr h="537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Project Ideas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Description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7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Team Member’s Name and Project Idea 1: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Alex Huang, Fluid Simulation</a:t>
                      </a:r>
                      <a:endParaRPr/>
                    </a:p>
                  </a:txBody>
                  <a:tcPr marT="57150" marB="57150" marR="123825" marL="123825">
                    <a:lnL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7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Team Member’s Name and Project Idea 2: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Sebastian Bobos, Rubik’s cube solver</a:t>
                      </a:r>
                      <a:endParaRPr/>
                    </a:p>
                  </a:txBody>
                  <a:tcPr marT="57150" marB="57150" marR="123825" marL="123825">
                    <a:lnL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7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Team Member’s Name and Project Idea 3: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Daniel O. Liu, Particle Physics Sandbox</a:t>
                      </a:r>
                      <a:endParaRPr/>
                    </a:p>
                  </a:txBody>
                  <a:tcPr marT="57150" marB="57150" marR="123825" marL="123825">
                    <a:lnL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7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Team Member’s Name and Project Idea 4: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Georges Hawi, Self-Learning checkers bot</a:t>
                      </a:r>
                      <a:endParaRPr/>
                    </a:p>
                  </a:txBody>
                  <a:tcPr marT="57150" marB="57150" marR="123825" marL="123825">
                    <a:lnL cap="flat" cmpd="sng" w="63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1st Idea: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Fluid Simulation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729450" y="2078875"/>
            <a:ext cx="7688700" cy="28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Question: How could we model and visualize fluid motion in real time?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Solution: Implement a real-time 2D fluid simulator where user can control nature of fluid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Simulation of 2D fluid-like motions on a grid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Physics: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Diffusion / viscosity (thickness)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External forces (user drag / stirring)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Calculus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Input/Outputs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Input: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Fluid viscosity (low/med/high)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Dye injection rate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Force strength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Output: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User stirs with mouse to see how different fluid settings affect the physics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Feasibility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JavaFX </a:t>
            </a:r>
            <a:r>
              <a:rPr lang="en"/>
              <a:t>elements</a:t>
            </a:r>
            <a:r>
              <a:rPr lang="en"/>
              <a:t>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Canvas, GraphicsContext for main body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UI: Slider, Buttons, Combobo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Hardest part is mostly dynamic velocity of fluid based on user drag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 Parts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1: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Velocity update pipeline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Drag force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Member 2: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Dye pressure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Works with member 1 on drag force</a:t>
            </a:r>
            <a:endParaRPr/>
          </a:p>
        </p:txBody>
      </p:sp>
      <p:sp>
        <p:nvSpPr>
          <p:cNvPr id="122" name="Google Shape;122;p19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3: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Rendering pipeline (pixels + overlays)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Member 4: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Boundary (box) physics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Ensures fluid stays within cells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6858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2nd Idea: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Rubik’s cube solver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729450" y="2078875"/>
            <a:ext cx="7688700" cy="28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Question: How can i find a way to solve any mixed Rubik’s cube?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Solution: Implement an algorithm that solves the cube and provides the process of solving visually through a GUI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Group theory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Permutations, Combinations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Linear Algebra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Geometry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Input/Outputs</a:t>
            </a:r>
            <a:endParaRPr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Input: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Colors of each tile of a cube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Separated into 6 lists of tiles (per face)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Output: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list of moves in </a:t>
            </a:r>
            <a:r>
              <a:rPr b="1" lang="en"/>
              <a:t>Singmaster notation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Visualisation of the cube being solved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Feasibility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JavaFX elements: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Canvas, GraphicsContext for main body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UI: Slider, Buttons, Combobox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Some learning for math and GUI elements but not much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 Parts (tentative)</a:t>
            </a:r>
            <a:endParaRPr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1: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Cube display and parameter input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Member 2: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Matrix display of cube</a:t>
            </a:r>
            <a:endParaRPr/>
          </a:p>
        </p:txBody>
      </p:sp>
      <p:sp>
        <p:nvSpPr>
          <p:cNvPr id="152" name="Google Shape;152;p2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3: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Display cube solving (turns, perspective changes)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Member 4: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Cube solving algorithm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3rd Idea: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Particle Physics Sandbox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Particle Physics Sandbox</a:t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729450" y="20873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Simulates a system of particles interacting with each other under the laws of physics.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Kinematics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Collisions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Gravity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Approximating the motion by integrating a small timestep every frame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aspects</a:t>
            </a:r>
            <a:endParaRPr/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729450" y="2078875"/>
            <a:ext cx="7775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how could we determine and model the behaviour of many different particles?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2D particle physics sandbox where the user can add particles with customizable properties at any point</a:t>
            </a:r>
            <a:endParaRPr b="1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Variable parameters: physical properties and simulation parameters (gravity, collisions, bounciness, drag, etc)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729450" y="1295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Inputs &amp; Outputs</a:t>
            </a:r>
            <a:endParaRPr/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729450" y="1867425"/>
            <a:ext cx="3226500" cy="28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Input</a:t>
            </a:r>
            <a:endParaRPr b="1" sz="1400"/>
          </a:p>
          <a:p>
            <a:pPr indent="-3048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Removing particles</a:t>
            </a:r>
            <a:endParaRPr sz="1200"/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Adding particles</a:t>
            </a:r>
            <a:endParaRPr sz="1200"/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Mass</a:t>
            </a:r>
            <a:endParaRPr sz="1200"/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Radius	</a:t>
            </a:r>
            <a:endParaRPr sz="1200"/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Bounciness</a:t>
            </a:r>
            <a:endParaRPr sz="1200"/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Collisions on/off</a:t>
            </a:r>
            <a:endParaRPr sz="1200"/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Changing simulation parameters</a:t>
            </a:r>
            <a:endParaRPr sz="1200"/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Gravity</a:t>
            </a:r>
            <a:endParaRPr sz="1200"/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Drag</a:t>
            </a:r>
            <a:endParaRPr sz="1200"/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Simulation Speed</a:t>
            </a:r>
            <a:endParaRPr sz="1200"/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3955950" y="1867425"/>
            <a:ext cx="4332300" cy="24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Output</a:t>
            </a:r>
            <a:endParaRPr b="1"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Real-time display of particles moving and interacting.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UI</a:t>
            </a:r>
            <a:endParaRPr b="1" sz="1200"/>
          </a:p>
          <a:p>
            <a:pPr indent="-3048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Sliders for simulation properties (gravity, drag)</a:t>
            </a:r>
            <a:endParaRPr sz="1200"/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Panel for adding particles with customizable properties</a:t>
            </a:r>
            <a:endParaRPr sz="1200"/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Buttons for playing and pausing the simulation</a:t>
            </a:r>
            <a:endParaRPr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729450" y="1295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Feasibility</a:t>
            </a:r>
            <a:endParaRPr/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729450" y="1867425"/>
            <a:ext cx="3463500" cy="24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JavaFX elements</a:t>
            </a:r>
            <a:endParaRPr b="1" sz="1400"/>
          </a:p>
          <a:p>
            <a:pPr indent="-3048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Rendering and drawing particles: </a:t>
            </a:r>
            <a:r>
              <a:rPr lang="en" sz="1200"/>
              <a:t>Canvas </a:t>
            </a:r>
            <a:endParaRPr sz="1200"/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Adjustable parameters: Sliders, Buttons</a:t>
            </a:r>
            <a:endParaRPr sz="1200"/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Continual simulation updates: </a:t>
            </a:r>
            <a:r>
              <a:rPr lang="en" sz="1200"/>
              <a:t>Timeline</a:t>
            </a:r>
            <a:endParaRPr sz="1200"/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Char char="●"/>
            </a:pPr>
            <a:r>
              <a:rPr lang="en" sz="1200">
                <a:solidFill>
                  <a:srgbClr val="B7B7B7"/>
                </a:solidFill>
              </a:rPr>
              <a:t>Layout: VBox, HBox</a:t>
            </a:r>
            <a:endParaRPr sz="1200">
              <a:solidFill>
                <a:srgbClr val="B7B7B7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Char char="●"/>
            </a:pPr>
            <a:r>
              <a:rPr lang="en" sz="1200">
                <a:solidFill>
                  <a:srgbClr val="B7B7B7"/>
                </a:solidFill>
              </a:rPr>
              <a:t>User interaction: Event handlers</a:t>
            </a:r>
            <a:endParaRPr sz="12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  <p:sp>
        <p:nvSpPr>
          <p:cNvPr id="183" name="Google Shape;183;p29"/>
          <p:cNvSpPr txBox="1"/>
          <p:nvPr/>
        </p:nvSpPr>
        <p:spPr>
          <a:xfrm>
            <a:off x="729450" y="3956150"/>
            <a:ext cx="38364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Justification</a:t>
            </a:r>
            <a:endParaRPr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Straightforward physics formulas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Easy division of tasks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 Parts</a:t>
            </a:r>
            <a:endParaRPr/>
          </a:p>
        </p:txBody>
      </p:sp>
      <p:sp>
        <p:nvSpPr>
          <p:cNvPr id="189" name="Google Shape;189;p30"/>
          <p:cNvSpPr txBox="1"/>
          <p:nvPr>
            <p:ph idx="1" type="body"/>
          </p:nvPr>
        </p:nvSpPr>
        <p:spPr>
          <a:xfrm>
            <a:off x="729450" y="2171400"/>
            <a:ext cx="3692700" cy="29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1: 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Physics and math calculations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Forces (drag, gravity)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Member 2: 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Physics update loop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Particles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Rendering particles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0"/>
          <p:cNvSpPr txBox="1"/>
          <p:nvPr>
            <p:ph idx="2" type="body"/>
          </p:nvPr>
        </p:nvSpPr>
        <p:spPr>
          <a:xfrm>
            <a:off x="4422125" y="2078875"/>
            <a:ext cx="4269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3: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Collision physics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UI for simulation parameters and control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Buttons for Play/Pause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Sliders and buttons for simulation parameters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Member 4: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Adding particles into the simulation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Sliders and buttons for particle parameters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Deleting particles in the simulation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4th Idea: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Self-Learning Checkers Bot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Self-Learning Checkers Bot</a:t>
            </a:r>
            <a:endParaRPr/>
          </a:p>
        </p:txBody>
      </p:sp>
      <p:sp>
        <p:nvSpPr>
          <p:cNvPr id="201" name="Google Shape;201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a checkers bot using machine learning. The neural network learns by playing against itself many times.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Coding</a:t>
            </a:r>
            <a:r>
              <a:rPr lang="en"/>
              <a:t> this requires lots of math, notably: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Linear Algebra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Calculus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Graph Theory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Probability and statistics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Explanation</a:t>
            </a:r>
            <a:endParaRPr/>
          </a:p>
        </p:txBody>
      </p:sp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CNN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MCTS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Self-play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aspects</a:t>
            </a:r>
            <a:endParaRPr/>
          </a:p>
        </p:txBody>
      </p:sp>
      <p:sp>
        <p:nvSpPr>
          <p:cNvPr id="213" name="Google Shape;213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Traditional engines use massive endgame databases and require hand-crafted </a:t>
            </a:r>
            <a:r>
              <a:rPr lang="en"/>
              <a:t>heuristics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Solution: An agent that self-learns the game through self-play.  It requires more compute, but we don’t need to study loads of checkers theory to code it.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Variable parameters: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</a:t>
            </a:r>
            <a:r>
              <a:rPr lang="en"/>
              <a:t>he difficulty level of the bot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Your pieces on the board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Inputs</a:t>
            </a:r>
            <a:endParaRPr/>
          </a:p>
        </p:txBody>
      </p:sp>
      <p:sp>
        <p:nvSpPr>
          <p:cNvPr id="219" name="Google Shape;219;p3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input: The user inputs a move on the checkers board.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CNN input: The current board state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MCTS input: Board state and probability vector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Outputs</a:t>
            </a:r>
            <a:endParaRPr/>
          </a:p>
        </p:txBody>
      </p:sp>
      <p:sp>
        <p:nvSpPr>
          <p:cNvPr id="225" name="Google Shape;225;p3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 outputs: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Probability vector of each move on the board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 scalar value between -1 and 1, representing who’s winning in that position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MCTS outputs: New board states and the final best move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Output seen by user: A move on the </a:t>
            </a:r>
            <a:r>
              <a:rPr lang="en"/>
              <a:t>checkerboard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JavaFx Elements</a:t>
            </a:r>
            <a:endParaRPr/>
          </a:p>
        </p:txBody>
      </p:sp>
      <p:sp>
        <p:nvSpPr>
          <p:cNvPr id="231" name="Google Shape;231;p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Main board: Gridpane, Canvas, Shapes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UI Controls: Buttons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Feasibility: the Alphazero framework is heavily documented, with a  lot open-source code and youtube videos on the topic. The difficulty comes from the fact we are doing it in Java with a fairly barebones library.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 Parts (Tentative)</a:t>
            </a:r>
            <a:endParaRPr/>
          </a:p>
        </p:txBody>
      </p:sp>
      <p:sp>
        <p:nvSpPr>
          <p:cNvPr id="237" name="Google Shape;237;p38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1: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CNN and self-play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Member 2: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Rules and board interpretation </a:t>
            </a:r>
            <a:endParaRPr/>
          </a:p>
        </p:txBody>
      </p:sp>
      <p:sp>
        <p:nvSpPr>
          <p:cNvPr id="238" name="Google Shape;238;p38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3: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MCTS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Member 4: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Dynamic UI and Backpropagation logic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Choice: 4th idea - Self-Learning Checkers Bot</a:t>
            </a:r>
            <a:endParaRPr/>
          </a:p>
        </p:txBody>
      </p:sp>
      <p:sp>
        <p:nvSpPr>
          <p:cNvPr id="244" name="Google Shape;244;p3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All 4 members are interested in the subject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Heavy-math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Deep learning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Research for the project provides good foundations for future ML 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